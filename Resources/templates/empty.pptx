
<file path=[Content_Types].xml><?xml version="1.0" encoding="utf-8"?>
<Types xmlns="http://schemas.openxmlformats.org/package/2006/content-types"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.xml" ContentType="application/vnd.openxmlformats-officedocument.presentationml.slide+xml"/>
  <Override PartName="/ppt/slideLayouts/slideLayout1.xml" ContentType="application/vnd.openxmlformats-officedocument.presentationml.slideLayout+xml"/>
  <Override PartName="/ppt/slideMasters/slideMaster1.xml" ContentType="application/vnd.openxmlformats-officedocument.presentationml.slideMaster+xml"/>
</Types>
</file>

<file path=_rels/.rels><?xml version="1.0" encoding="UTF-8" standalone="yes"?>
<Relationships xmlns="http://schemas.openxmlformats.org/package/2006/relationships">
  <Relationship Id="rId1" Type="http://schemas.openxmlformats.org/officeDocument/2006/relationships/officeDocument" Target="ppt/presentation.xml"/>
</Relationships>
</file>

<file path=ppt/presentation.xml><?xml version="1.0" encoding="utf-8"?>
<p:presentation xmlns:p="http://schemas.openxmlformats.org/presentationml/2006/main" xmlns:a="http://schemas.openxmlformats.org/drawingml/2006/main" xmlns:r="http://schemas.openxmlformats.org/officeDocument/2006/relationships">
  <p:sldMasterIdLst>
    <p:sldMasterId id="2147483648" r:id="rId1"/>
  </p:sldMasterIdLst>
  <p:sldIdLst>
    <p:sldId id="256" r:id="rId2"/>
  </p:sldIdLst>
  <p:sldSz cx="12192000" cy="6858000"/>
  <p:notesSz cx="6858000" cy="9144000"/>
</p:presentation>
</file>

<file path=ppt/_rels/presentation.xml.rels><?xml version="1.0" encoding="UTF-8" standalone="yes"?>
<Relationships xmlns="http://schemas.openxmlformats.org/package/2006/relationships">
  <Relationship Id="rId1" Type="http://schemas.openxmlformats.org/officeDocument/2006/relationships/slideMaster" Target="slideMasters/slideMaster1.xml"/>
  <Relationship Id="rId2" Type="http://schemas.openxmlformats.org/officeDocument/2006/relationships/slide" Target="slides/slide1.xml"/>
</Relationships>
</file>

<file path=ppt/slideLayouts/_rels/slideLayout1.xml.rels><?xml version="1.0" encoding="UTF-8" standalone="yes"?>
<Relationships xmlns="http://schemas.openxmlformats.org/package/2006/relationships">
  <Relationship Id="rId1" Type="http://schemas.openxmlformats.org/officeDocument/2006/relationships/slideMaster" Target="../slideMasters/slideMaster1.xml"/>
</Relationships>
</file>

<file path=ppt/slideLayouts/slideLayout1.xml><?xml version="1.0" encoding="utf-8"?>
<p:sldLayout xmlns:p="http://schemas.openxmlformats.org/presentationml/2006/main" xmlns:a="http://schemas.openxmlformats.org/drawingml/2006/main" xmlns:r="http://schemas.openxmlformats.org/officeDocument/2006/relationships" type="blank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Masters/_rels/slideMaster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Masters/slideMaster1.xml><?xml version="1.0" encoding="utf-8"?>
<p:sldMaster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</p:sldMaster>
</file>

<file path=ppt/slides/_rels/slide1.xml.rels><?xml version="1.0" encoding="UTF-8" standalone="yes"?>
<Relationships xmlns="http://schemas.openxmlformats.org/package/2006/relationships">
  <Relationship Id="rId1" Type="http://schemas.openxmlformats.org/officeDocument/2006/relationships/slideLayout" Target="../slideLayouts/slideLayout1.xml"/>
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>
</file>